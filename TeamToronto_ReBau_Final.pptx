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91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1917"/>
                </a:solidFill>
                <a:latin typeface="Arial"/>
              </a:rPr>
              <a:t>Secondary materials market, €B (midpoint est.)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 secondary construction materials market (€B)</c:v>
                </c:pt>
              </c:strCache>
            </c:strRef>
          </c:tx>
          <c:spPr>
            <a:solidFill>
              <a:srgbClr val="3A8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9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2030 (projected)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9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8E3F"/>
          </a:solidFill>
          <a:ln/>
        </p:spPr>
      </p:sp>
      <p:pic>
        <p:nvPicPr>
          <p:cNvPr id="3" name="Image 0" descr="C:/Users/vaibh/Desktop/HackMate/public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93192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marketplace for reclaimed construction materials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it. Price it. Sell it. Half the cost, a fraction of the carbon.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Toronto · Sustainability &amp; Energy track · AI Hackathon · June 2026</a:t>
            </a:r>
            <a:endParaRPr lang="en-US" sz="1200" dirty="0"/>
          </a:p>
        </p:txBody>
      </p:sp>
      <p:pic>
        <p:nvPicPr>
          <p:cNvPr id="7" name="Image 1" descr="C:/Users/vaibh/Desktop/HackMate/public/fau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560" y="4297680"/>
            <a:ext cx="192024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4828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Innovation at FAU Erlangen-Nürnberg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waste is money in a landfill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 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demolition waste per year in the EU - the largest waste stream (~35%)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2044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its way back into a secondary materials market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417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€30-80/t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cost paid by site managers - rising 5-8% per year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steel, brick and timber gets dumped while the project next door buys the same material new at full price.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pays to throw value away; the buyer pays full price and full embodied carbon.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in, priced listing out - AI does the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Scan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 photographs the leftover pile on the phone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1371600"/>
            <a:ext cx="1600200" cy="2286000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31136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8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Identify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31136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vision LLM names material, grades condition A/B/C, estimates quantity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7056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86784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Price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86784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Auto-priced at ~50% of new, graded discounts, CO2 saving attached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32704" y="1371600"/>
            <a:ext cx="1600200" cy="2286000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42432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8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Match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42432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browse - or upload a blueprint/BOM and AI matches needs to stock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88352" y="137160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4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Transact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0116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sale; seller skips disposal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product: vision identification and blueprint matching are what make a fragmented salvage market liquid.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549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1 - Seller scan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of a material pile → AI identifies bricks, rebar, timber → condition grade, quantity, price and CO2 saving → one tap publishes to the marketplace.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A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2 - Blueprint match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blueprint or paste a bill of materials → AI extracts required materials → matched against live used inventory → proposal shows € saved and kg CO2 saved per 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 of the working MVP - one responsive web app: phone view scans, desktop view buys.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Both sides save - we take a cut of the win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3200400"/>
          </a:xfrm>
          <a:prstGeom prst="rect">
            <a:avLst/>
          </a:prstGeom>
          <a:solidFill>
            <a:srgbClr val="1C191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3A8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transaction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(8-12% band)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Seller: earns resale value AND avoids €30-80/t disposal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pays ~50% of new AND books the carbon saving for ESG reports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 - one steel beam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used (grade A, 50%)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ReBau commission (10%)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disposal cost avoided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saving vs 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8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€500 + 1.9 t CO2e/t steel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€100B+ EU market with a regulatory tailwind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93776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construction materials: €150-180B/yr in new sales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Circular Economy Action Plan: 70% construction waste recovery target by 2030 (vs ~30% today)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pilot region: €8-12B/yr material spend, ~2M t/yr demolition waste around Nuremberg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mid-to-large contractors, prefab manufacturers, developers - repeat buyers, high volumes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 - the tech and the law just aligned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" cy="658368"/>
          </a:xfrm>
          <a:prstGeom prst="rect">
            <a:avLst/>
          </a:prstGeom>
          <a:solidFill>
            <a:srgbClr val="B549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LLMs got cheap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identification from a phone photo is now economically viable - the unlock incumbents lack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109728" cy="658368"/>
          </a:xfrm>
          <a:prstGeom prst="rect">
            <a:avLst/>
          </a:prstGeom>
          <a:solidFill>
            <a:srgbClr val="3A8E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299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ESG reporting is mandatory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20299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CSRD pulls scope 3 / embodied carbon into procurement decisions for large firms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109728" cy="658368"/>
          </a:xfrm>
          <a:prstGeom prst="rect">
            <a:avLst/>
          </a:prstGeom>
          <a:solidFill>
            <a:srgbClr val="B5492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carbon data exists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87121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EPDs are widespread - CO2 factors per material are spec-grade, not hand-waving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109728" cy="658368"/>
          </a:xfrm>
          <a:prstGeom prst="rect">
            <a:avLst/>
          </a:prstGeom>
          <a:solidFill>
            <a:srgbClr val="3A8E3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124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Regulation rewards reuse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71246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KrWG and EU rules increasingly favour secondary material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 local salvage yards and manual listing platforms - no AI, no carbon data, no liquidity.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8E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impact you can put in a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A8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t reused steel ≈ 1.9 t CO2e avoided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Embodied carbon (kg CO2e/kg)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5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(primary)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Clay brick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E5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carbon - reuse keeps it locked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21488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5 t steel spec matched to used stock avoids ~9.5 t CO2e - in one transaction.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purchase ships with auditable scope 3 data buyers can drop straight into ESG reporting.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computed in the product today - not a roadmap promise.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9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 - from demo to marketplace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463040"/>
            <a:ext cx="2011680" cy="457200"/>
          </a:xfrm>
          <a:prstGeom prst="rect">
            <a:avLst/>
          </a:prstGeom>
          <a:solidFill>
            <a:srgbClr val="3A8E3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MVP: vision scan, auto-pricing, blueprint matching, CO2 engine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Nuremberg pilot: 3-5 site managers, first 10+ live listings, real transactions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3-6 months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accounts, price feeds for live valuations, logistics partner for pickup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0" y="146304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463040"/>
            <a:ext cx="2011680" cy="4572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05740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BIM/ERP integrations (Revit, Archicad BOM export), Germany-wide, then EU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Defensibility: inventory data network effects - more listings → better matches → more buyers → more listings.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8E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discarded tonne is revenue left on the table.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A8E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ReBau recycles it into profit.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pilot partners in Nuremberg, logistics and ERP intros, API credits to scale the vision pipeline.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Toronto · Powered by AI Innovation at FAU Erlangen-Nürnberg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ReBau · Team Toronto · AI Hackathon 2026 · Sustainability &amp; Energy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ReBau - AI marketplace for reclaimed construction materials</dc:title>
  <dc:subject>PptxGenJS Presentation</dc:subject>
  <dc:creator>PptxGenJS</dc:creator>
  <cp:lastModifiedBy>PptxGenJS</cp:lastModifiedBy>
  <cp:revision>1</cp:revision>
  <dcterms:created xsi:type="dcterms:W3CDTF">2026-06-12T15:39:50Z</dcterms:created>
  <dcterms:modified xsi:type="dcterms:W3CDTF">2026-06-12T15:39:50Z</dcterms:modified>
</cp:coreProperties>
</file>